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8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82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F6C6D-685F-461D-8EBB-22C93A87C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B45851-204E-4E90-B2A4-3C14BEB2F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CE940-DC94-4153-97C4-E858F6F7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9A6050-1DE6-4F86-99F4-0B45C022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219C0-D8A7-41E6-B246-2E869B0E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45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9D1CF-1C5B-4B2C-9A8F-CE6E4C0B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958CF-3525-44C4-A129-58FC1624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F2A554-DF43-40EB-AB6D-EAED2DF2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AE88CF-8E4B-4B03-BB2C-5402AF1E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A6A6B2-BDE0-4217-94BD-A868E10B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71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620B4-665B-410B-8753-8B37AE2B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14EDD0-0517-463A-822B-C6A159014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64603-4035-4FD1-9FEF-8ED9C9EAA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0AF92-C82B-41D2-AC7A-8896FC04A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0EC93-B241-4627-82E0-AAF50295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937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B9D7B-A821-492E-91B7-B279687F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1B3DF0-EED5-47B0-8733-C406D7BE6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FE4107-A7EF-479A-ADF0-DD4278E0E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486329-FB8C-473F-B811-766709A6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B48513-C448-4F45-BBBD-1F61C564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DDF595-E7B7-4A4B-BE4E-83259977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B16A5-7EC9-469C-91CA-9DA8A3E6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DA66B-AFDE-4CCD-A2E5-D993453FC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510CC4-33CD-49A0-8AF0-82CB6A552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14148F-8639-4CFE-B055-1D834BDBE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1D108A-FB55-4790-B018-8E89D6804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2BE331-BE62-472D-A6D1-856CEEFD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A1D1BE-C1BD-4DB1-A6AA-DF0299C16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3E6FBA-F538-41B4-B868-91AC725F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63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9BAEF-F6A3-4F4C-9E58-8EFC0F13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1A895F-1F97-4A85-9593-8A3C88F8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BE3F27-40C6-4DAF-A2EA-3D2E350A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F9A7DE-11B8-4C63-815E-7B29B063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94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944062-8A95-45CB-A733-683069D1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B68E37-41D1-454D-92F8-B212C973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5EB3C-3991-4FF5-9B8C-FE0B0F14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1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B06CF8-ED82-4622-944A-2C4D9DEE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4F122-7D6C-43AA-981A-5198A63E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0D6145-64A1-493F-9024-15B18C6EC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49EF2-E31B-4987-9A7F-C768480A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6F85F6-712C-477D-83C6-C7D84788C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953487-CF14-4454-A7FA-45C57491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22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FCDD4-BF2C-4999-81DF-6CEAFAE2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DEB43C-0C0C-40B5-8B2C-F4DCAD57B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A834FA-21B2-4700-B2DB-FB1223802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559E0E-A268-4748-85DB-F6288FE6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C7F667-2298-49D0-9B7E-60CED0FCA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B0B7F6-7D3A-43F0-9E38-CB903D6A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341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78C42-5AA9-41A1-BF99-21B903EA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4A9B3B-2689-43A8-B441-6C617C336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2335E1-622E-496C-A6CA-C21FF35A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108CAD-1CCB-43A6-ACF3-FB4A9FAF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8F5C1-6E07-4A5A-84B9-F81F8A4B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11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9C1279-762B-42FA-8BDE-F940E420C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FBDFA0-7D0A-4FCC-90E2-0BC4E8528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191B3D-509E-4710-940F-00C0C947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CDF18F-95B8-4418-A7D6-83DF40DE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BE115E-7701-416E-967D-74F4E256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336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A70B66-1885-4675-9DCA-F0A37484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6A60F0-51C2-421D-AA11-EB4441E7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C20E6-F3DB-4AB0-BAA1-B4EE448A4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F99BF-E840-492B-806C-C2F4A77E606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98F91A-A2F3-422C-85C7-371402F9D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A1223-999D-43CF-A45F-9B85ED15E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48F9E-107E-49C9-B7CC-83FB9A4837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BEF439E-4E75-4DE9-A7C8-1225F09A9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901" y="707566"/>
            <a:ext cx="4528197" cy="523930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22429B1-DEAD-4175-BC16-6C71139B74B5}"/>
              </a:ext>
            </a:extLst>
          </p:cNvPr>
          <p:cNvSpPr/>
          <p:nvPr/>
        </p:nvSpPr>
        <p:spPr>
          <a:xfrm>
            <a:off x="5272617" y="2859539"/>
            <a:ext cx="29001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 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근무일 전 </a:t>
            </a:r>
            <a:r>
              <a:rPr lang="ko-KR" altLang="en-US" sz="1200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알림톡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안내 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(※ 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사전 숙지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1E8F16-519C-4E4F-80EF-56254BF1B0F8}"/>
              </a:ext>
            </a:extLst>
          </p:cNvPr>
          <p:cNvSpPr/>
          <p:nvPr/>
        </p:nvSpPr>
        <p:spPr>
          <a:xfrm>
            <a:off x="5282777" y="3422400"/>
            <a:ext cx="15552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시험 당일 감독관 안내</a:t>
            </a:r>
            <a:endParaRPr lang="ko-KR" altLang="en-US" dirty="0">
              <a:solidFill>
                <a:prstClr val="black"/>
              </a:solidFill>
              <a:latin typeface="맑은 고딕" panose="020F0502020204030204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EE92B6-358E-4FBD-A6F8-2FB58C589B16}"/>
              </a:ext>
            </a:extLst>
          </p:cNvPr>
          <p:cNvCxnSpPr/>
          <p:nvPr/>
        </p:nvCxnSpPr>
        <p:spPr>
          <a:xfrm>
            <a:off x="4982795" y="2998038"/>
            <a:ext cx="28982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25E79FB-9AFA-4CA4-BE0C-624A62DCEA4A}"/>
              </a:ext>
            </a:extLst>
          </p:cNvPr>
          <p:cNvCxnSpPr/>
          <p:nvPr/>
        </p:nvCxnSpPr>
        <p:spPr>
          <a:xfrm>
            <a:off x="4992955" y="3560899"/>
            <a:ext cx="28982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AC289F-2D6C-4B56-94E7-663A813F7E26}"/>
              </a:ext>
            </a:extLst>
          </p:cNvPr>
          <p:cNvSpPr/>
          <p:nvPr/>
        </p:nvSpPr>
        <p:spPr>
          <a:xfrm>
            <a:off x="4296098" y="2890019"/>
            <a:ext cx="833654" cy="197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tct0001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07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A645F8A-B6F4-42F8-90C2-FB9BE2061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53" r="15110" b="14479"/>
          <a:stretch/>
        </p:blipFill>
        <p:spPr>
          <a:xfrm>
            <a:off x="4187031" y="1568189"/>
            <a:ext cx="3817938" cy="306323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11ED32A-A503-4A7C-8E93-60A8E0384378}"/>
              </a:ext>
            </a:extLst>
          </p:cNvPr>
          <p:cNvSpPr/>
          <p:nvPr/>
        </p:nvSpPr>
        <p:spPr>
          <a:xfrm>
            <a:off x="5109071" y="4895600"/>
            <a:ext cx="2529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latinLnBrk="1"/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본인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사번 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U-Cloud 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비번으로</a:t>
            </a:r>
            <a:b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접속가능여부를 테스트해 보실 수 </a:t>
            </a:r>
            <a:b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있으며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위와 같이 나와도 정상입니다</a:t>
            </a:r>
            <a:r>
              <a:rPr lang="en-US" altLang="ko-KR" sz="12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endParaRPr lang="ko-KR" altLang="en-US" dirty="0">
              <a:solidFill>
                <a:prstClr val="black"/>
              </a:solidFill>
              <a:latin typeface="맑은 고딕" panose="020F0502020204030204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8CCD614B-C155-40F9-AD17-6F277E6DDC29}"/>
              </a:ext>
            </a:extLst>
          </p:cNvPr>
          <p:cNvSpPr/>
          <p:nvPr/>
        </p:nvSpPr>
        <p:spPr>
          <a:xfrm>
            <a:off x="4830926" y="5098222"/>
            <a:ext cx="174171" cy="191589"/>
          </a:xfrm>
          <a:custGeom>
            <a:avLst/>
            <a:gdLst>
              <a:gd name="connsiteX0" fmla="*/ 0 w 174171"/>
              <a:gd name="connsiteY0" fmla="*/ 0 h 191589"/>
              <a:gd name="connsiteX1" fmla="*/ 0 w 174171"/>
              <a:gd name="connsiteY1" fmla="*/ 191589 h 191589"/>
              <a:gd name="connsiteX2" fmla="*/ 174171 w 174171"/>
              <a:gd name="connsiteY2" fmla="*/ 191589 h 191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171" h="191589">
                <a:moveTo>
                  <a:pt x="0" y="0"/>
                </a:moveTo>
                <a:lnTo>
                  <a:pt x="0" y="191589"/>
                </a:lnTo>
                <a:lnTo>
                  <a:pt x="174171" y="191589"/>
                </a:lnTo>
              </a:path>
            </a:pathLst>
          </a:cu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32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LG스마트체 Regular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박소현</dc:creator>
  <cp:lastModifiedBy>박소현</cp:lastModifiedBy>
  <cp:revision>1</cp:revision>
  <dcterms:created xsi:type="dcterms:W3CDTF">2026-03-27T06:27:04Z</dcterms:created>
  <dcterms:modified xsi:type="dcterms:W3CDTF">2026-03-27T06:27:30Z</dcterms:modified>
</cp:coreProperties>
</file>