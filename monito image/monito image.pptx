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8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42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C0D0A7-09D1-4D90-9069-DCEB84D63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176D27C-243F-4281-91A8-1F6E2795D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4BB234-143B-4A86-A613-CBAD7B7BF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11ED-617B-46CF-A7BD-6808174CF93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99C8B8-BA80-4BCB-8975-49F427BBE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EED6B5-D24F-4DA0-A485-891AC46F4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06EF-4AC8-4BB6-B7B2-821E4355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212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428A5B-9840-45E4-844F-D77133ABD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5C004-7593-441F-836F-0F8C193CB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115AB-DDDF-4937-B1C8-F1ABA4406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11ED-617B-46CF-A7BD-6808174CF93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55E112-533C-41D5-8DCF-771EFD143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0E6BE7-D0E1-4BEE-9A5E-ACC46EE6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06EF-4AC8-4BB6-B7B2-821E4355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648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5401B-BB6C-4807-804D-150C5EFB6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0D5013-BDA1-4E68-A51A-3A44A5A2A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3741B9-4495-485D-B115-423122044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11ED-617B-46CF-A7BD-6808174CF93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FFD1C6-E220-4F2D-B348-EA59FD382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6616C4-3D93-4756-B334-E41D3EA91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06EF-4AC8-4BB6-B7B2-821E4355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155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4F2C0-C531-4F8A-8438-7026A88F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A84F14-143C-4BE9-BFAF-1839E6D5FA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E1079A-EB75-4187-87C9-9090D3314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03F88B-4872-42A2-98D9-832114957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11ED-617B-46CF-A7BD-6808174CF93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6C565D-2C96-4961-9B14-96B858F53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45C187-CDFB-4B6A-84AD-3D4E792C7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06EF-4AC8-4BB6-B7B2-821E4355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81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5CDC0-24AC-4B93-B373-862FC5C40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15E98E-45EB-4BF7-A26C-60DF616B7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E0043D-CCB5-4D0B-B19A-434B81F9F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5336BD-7CB7-456C-9EEA-1D65A367F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42535E6-81D8-44C3-A1DA-EFD8E75E7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04C91A-6CE2-438E-B63A-EDC4901B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11ED-617B-46CF-A7BD-6808174CF93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16C53D3-5DDD-4EB0-9DDD-B2C447A0C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77B1E42-0A8D-479D-BF95-08828CD2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06EF-4AC8-4BB6-B7B2-821E4355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396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5E69F-AE86-4603-8336-C135995E6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0C789A-08EC-4F01-BFF6-2A4CA6417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11ED-617B-46CF-A7BD-6808174CF93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4F06E4-1CF9-486F-B740-37E897C3C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EB7C75-544C-441E-BAFF-60F64F12A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06EF-4AC8-4BB6-B7B2-821E4355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18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2FB30C1-DBE2-48EC-BCEA-7CB714C42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11ED-617B-46CF-A7BD-6808174CF93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B128806-5301-468A-A74E-A6820E658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9CF291-52A1-4900-870E-54B40801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06EF-4AC8-4BB6-B7B2-821E4355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386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258A05-D643-445E-848A-9712FD8A8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16D476-DE4F-452A-8739-6CC524BA5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B689BAD-5377-4AF2-8A52-070672E2C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9FBFCE-8BAC-4BE2-A670-9F21AB3C5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11ED-617B-46CF-A7BD-6808174CF93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07019F-7785-4BA9-9298-8D0B88F81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F0C7E7-EDF8-439A-9FAE-0390DF004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06EF-4AC8-4BB6-B7B2-821E4355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475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8613A6-0365-44AF-90BF-F4283CB16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F6753C-5039-45D7-BF1A-A79B05BCD4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A69E5B-EB1B-4FAD-BB57-595C7E284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9C0DE0-03B2-467C-8D1C-31D2A456E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11ED-617B-46CF-A7BD-6808174CF93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2B0259-187A-452D-9B05-793A7D2DE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BCBA85-B382-431C-8AA4-CACDF57CC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06EF-4AC8-4BB6-B7B2-821E4355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846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B3A215-5E92-4933-A9BF-FCC684539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1ABA0C-A565-457C-8412-CCABB5199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39B9F0-06CD-4E9E-BD93-72B84146A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11ED-617B-46CF-A7BD-6808174CF93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69114F-D022-4FE3-9583-1E2ED7912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5B461C-CCC5-4CEB-B6C6-0B1D6730E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06EF-4AC8-4BB6-B7B2-821E4355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144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7B8FD37-FDE9-499E-ACFD-127533C99A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E2FE03-E69C-41AD-B25B-756A820F0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2A3C6F-9AA9-454F-816C-F95CBB874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11ED-617B-46CF-A7BD-6808174CF93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970CC5-51B4-4B52-86C2-5B7AA2EBF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D78BAD-73E8-4301-843E-59447A980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806EF-4AC8-4BB6-B7B2-821E4355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979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B1FDA91-4065-4F52-B578-76DAA4A58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D2388A-1318-424E-AEC5-B010658AD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19BB20-1364-4B0F-87D9-DB7B72AAE6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411ED-617B-46CF-A7BD-6808174CF93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817AB2-DAE9-431B-A7B2-2A69DBA91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127A1C-2684-4CD9-A565-0BA6B07816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806EF-4AC8-4BB6-B7B2-821E4355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640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0E9BEBA-93AB-4455-A42D-B978966668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98" t="6050" r="17084" b="14026"/>
          <a:stretch/>
        </p:blipFill>
        <p:spPr>
          <a:xfrm>
            <a:off x="2775573" y="252015"/>
            <a:ext cx="6640854" cy="635396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ED30371-E2CD-4E10-A391-3B6B967FA946}"/>
              </a:ext>
            </a:extLst>
          </p:cNvPr>
          <p:cNvSpPr/>
          <p:nvPr/>
        </p:nvSpPr>
        <p:spPr>
          <a:xfrm>
            <a:off x="4063178" y="1635169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latinLnBrk="1"/>
            <a:r>
              <a:rPr lang="ko-KR" altLang="en-US" sz="14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홍길동 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 이름입력</a:t>
            </a:r>
            <a:endParaRPr lang="ko-KR" altLang="en-US" sz="2000" dirty="0">
              <a:solidFill>
                <a:prstClr val="black"/>
              </a:solidFill>
              <a:latin typeface="맑은 고딕" panose="020F0502020204030204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FA88F6-0578-41DB-98BD-DD553D895183}"/>
              </a:ext>
            </a:extLst>
          </p:cNvPr>
          <p:cNvSpPr/>
          <p:nvPr/>
        </p:nvSpPr>
        <p:spPr>
          <a:xfrm>
            <a:off x="4063178" y="2509352"/>
            <a:ext cx="26356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latinLnBrk="1"/>
            <a:r>
              <a:rPr lang="en-US" altLang="ko-KR" sz="1400" dirty="0" err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gildong@lgcns.com</a:t>
            </a:r>
            <a:r>
              <a:rPr lang="en-US" altLang="ko-KR" sz="14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회사메일</a:t>
            </a:r>
            <a:endParaRPr lang="ko-KR" altLang="en-US" sz="2000" dirty="0">
              <a:solidFill>
                <a:schemeClr val="bg1"/>
              </a:solidFill>
              <a:latin typeface="맑은 고딕" panose="020F0502020204030204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3EB1B5B-C48D-4158-8058-EC481A065161}"/>
              </a:ext>
            </a:extLst>
          </p:cNvPr>
          <p:cNvSpPr/>
          <p:nvPr/>
        </p:nvSpPr>
        <p:spPr>
          <a:xfrm>
            <a:off x="4063178" y="3426538"/>
            <a:ext cx="30925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latinLnBrk="1"/>
            <a:r>
              <a:rPr lang="en-US" altLang="ko-KR" sz="1400" dirty="0" err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ab3c</a:t>
            </a:r>
            <a:r>
              <a:rPr lang="en-US" altLang="ko-KR" sz="14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메일</a:t>
            </a:r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4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알림톡으로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안내된 시험</a:t>
            </a:r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ID</a:t>
            </a:r>
            <a:endParaRPr lang="ko-KR" altLang="en-US" sz="2000" dirty="0">
              <a:latin typeface="맑은 고딕" panose="020F0502020204030204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BB68CD-78EB-47D2-ADDA-3D8F7C8A982D}"/>
              </a:ext>
            </a:extLst>
          </p:cNvPr>
          <p:cNvSpPr/>
          <p:nvPr/>
        </p:nvSpPr>
        <p:spPr>
          <a:xfrm>
            <a:off x="4063178" y="4339190"/>
            <a:ext cx="36263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0321 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메일</a:t>
            </a:r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4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알림톡으로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4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안내된접속코드</a:t>
            </a:r>
            <a:r>
              <a:rPr lang="ko-KR" altLang="en-US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입력</a:t>
            </a:r>
            <a:endParaRPr lang="ko-KR" altLang="en-US" sz="2000" dirty="0">
              <a:latin typeface="맑은 고딕" panose="020F0502020204030204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258D739-5925-481B-84E9-2A93CE2B82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794" y="4862410"/>
            <a:ext cx="470058" cy="55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982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84C1386-23FE-4C68-88AE-8989C8AE4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996" y="373267"/>
            <a:ext cx="8954007" cy="611146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8287294-0B93-408A-9F55-22BA583CCB1C}"/>
              </a:ext>
            </a:extLst>
          </p:cNvPr>
          <p:cNvSpPr/>
          <p:nvPr/>
        </p:nvSpPr>
        <p:spPr>
          <a:xfrm>
            <a:off x="4319256" y="205040"/>
            <a:ext cx="4748544" cy="644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13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endParaRPr lang="ko-KR" altLang="en-US" sz="413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359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CF80609-34DD-49FD-9153-E3A173B629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549"/>
          <a:stretch/>
        </p:blipFill>
        <p:spPr>
          <a:xfrm>
            <a:off x="916019" y="1045765"/>
            <a:ext cx="10359961" cy="47664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299431F-1D8B-4589-A07C-8B871F8FE5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923" y="4874558"/>
            <a:ext cx="1290648" cy="152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95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BFCCB59-18BF-4DFF-A912-A793B9AB1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299" y="787966"/>
            <a:ext cx="7153401" cy="566936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E2D8985-FCA6-4901-BB88-83DA5942C789}"/>
              </a:ext>
            </a:extLst>
          </p:cNvPr>
          <p:cNvSpPr/>
          <p:nvPr/>
        </p:nvSpPr>
        <p:spPr>
          <a:xfrm>
            <a:off x="6067486" y="2925007"/>
            <a:ext cx="3411491" cy="39761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83855E-F596-4429-BFAF-1459598F63D5}"/>
              </a:ext>
            </a:extLst>
          </p:cNvPr>
          <p:cNvSpPr txBox="1"/>
          <p:nvPr/>
        </p:nvSpPr>
        <p:spPr>
          <a:xfrm>
            <a:off x="3971683" y="499425"/>
            <a:ext cx="5573445" cy="70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1" algn="r" defTabSz="457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6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시험장 입실시간 </a:t>
            </a:r>
            <a:r>
              <a:rPr lang="en-US" altLang="ko-KR" sz="16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50</a:t>
            </a:r>
            <a:r>
              <a:rPr lang="ko-KR" altLang="en-US" sz="16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분전 이내라면</a:t>
            </a:r>
            <a:r>
              <a:rPr lang="en-US" altLang="ko-KR" sz="16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6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시험장 입실 버튼이 나옵니다</a:t>
            </a:r>
            <a:r>
              <a:rPr lang="en-US" altLang="ko-KR" sz="16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marL="0" marR="0" lvl="1" algn="r" defTabSz="4572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6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이후 절차는 사전 테스트 체험과 모두 동일합니다</a:t>
            </a:r>
            <a:r>
              <a:rPr lang="en-US" altLang="ko-KR" sz="16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1E44D4C9-C42A-46C0-B32F-E5F3A66652DA}"/>
              </a:ext>
            </a:extLst>
          </p:cNvPr>
          <p:cNvCxnSpPr>
            <a:cxnSpLocks/>
          </p:cNvCxnSpPr>
          <p:nvPr/>
        </p:nvCxnSpPr>
        <p:spPr>
          <a:xfrm>
            <a:off x="8347967" y="1550212"/>
            <a:ext cx="0" cy="159863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942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51CC713-1A60-4A96-BBA6-B237E3943D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428"/>
          <a:stretch/>
        </p:blipFill>
        <p:spPr>
          <a:xfrm>
            <a:off x="1977386" y="1127539"/>
            <a:ext cx="8237227" cy="422717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8CEE9E1-2D18-47B8-B18F-19DBE14270A9}"/>
              </a:ext>
            </a:extLst>
          </p:cNvPr>
          <p:cNvSpPr/>
          <p:nvPr/>
        </p:nvSpPr>
        <p:spPr>
          <a:xfrm>
            <a:off x="3923558" y="4148041"/>
            <a:ext cx="1562842" cy="7317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25CC02A-6D30-4CAA-A612-3DB2D5244068}"/>
              </a:ext>
            </a:extLst>
          </p:cNvPr>
          <p:cNvCxnSpPr>
            <a:cxnSpLocks/>
          </p:cNvCxnSpPr>
          <p:nvPr/>
        </p:nvCxnSpPr>
        <p:spPr>
          <a:xfrm>
            <a:off x="3526337" y="1354439"/>
            <a:ext cx="0" cy="225789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53DBA961-B0FA-4AE2-9DB3-EEC4E9004955}"/>
              </a:ext>
            </a:extLst>
          </p:cNvPr>
          <p:cNvSpPr/>
          <p:nvPr/>
        </p:nvSpPr>
        <p:spPr>
          <a:xfrm>
            <a:off x="5573927" y="4329263"/>
            <a:ext cx="24288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모니토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로고 이미지 확인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1104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2451FE9-FBE4-46E0-9376-754BBE829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939" y="539180"/>
            <a:ext cx="5878122" cy="577964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8BF2EB1-71DB-4F47-9315-85301FCC8D99}"/>
              </a:ext>
            </a:extLst>
          </p:cNvPr>
          <p:cNvSpPr/>
          <p:nvPr/>
        </p:nvSpPr>
        <p:spPr>
          <a:xfrm>
            <a:off x="8528568" y="5854521"/>
            <a:ext cx="506493" cy="31629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57ECA1-DBB3-4B64-8C2F-E4ABF71732E3}"/>
              </a:ext>
            </a:extLst>
          </p:cNvPr>
          <p:cNvSpPr/>
          <p:nvPr/>
        </p:nvSpPr>
        <p:spPr>
          <a:xfrm>
            <a:off x="4566955" y="1144322"/>
            <a:ext cx="478191" cy="44767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418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D96C29D-9987-4667-97A1-46B469D8C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264" y="339599"/>
            <a:ext cx="6597472" cy="61788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5870172-11E9-4893-AA83-BF2346798ACF}"/>
              </a:ext>
            </a:extLst>
          </p:cNvPr>
          <p:cNvSpPr/>
          <p:nvPr/>
        </p:nvSpPr>
        <p:spPr>
          <a:xfrm>
            <a:off x="4364415" y="3429000"/>
            <a:ext cx="2416631" cy="130358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A32D3A6-7056-445B-B578-AD7308DC2A2C}"/>
              </a:ext>
            </a:extLst>
          </p:cNvPr>
          <p:cNvSpPr/>
          <p:nvPr/>
        </p:nvSpPr>
        <p:spPr>
          <a:xfrm>
            <a:off x="6849544" y="3435680"/>
            <a:ext cx="40446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필수 항목만 선택하고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선택 항목은 동의하지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않습니다</a:t>
            </a:r>
            <a:r>
              <a:rPr lang="en-US" altLang="ko-KR" sz="1400" dirty="0">
                <a:solidFill>
                  <a:srgbClr val="FF0000"/>
                </a:solidFill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776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C368202-BB0E-4EE0-A198-072EFE9406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52" t="8927" r="17714" b="1885"/>
          <a:stretch/>
        </p:blipFill>
        <p:spPr>
          <a:xfrm>
            <a:off x="860078" y="916619"/>
            <a:ext cx="5185025" cy="479563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A7216F4-9683-4B07-8DFA-5CA241CDB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98" y="916619"/>
            <a:ext cx="5363908" cy="473128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DF9D9E4-DFAA-4D58-B8C0-880133C3744B}"/>
              </a:ext>
            </a:extLst>
          </p:cNvPr>
          <p:cNvSpPr/>
          <p:nvPr/>
        </p:nvSpPr>
        <p:spPr>
          <a:xfrm>
            <a:off x="9683091" y="1444041"/>
            <a:ext cx="1556677" cy="44767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470614-5D9D-41BF-A444-7783BE725E88}"/>
              </a:ext>
            </a:extLst>
          </p:cNvPr>
          <p:cNvSpPr/>
          <p:nvPr/>
        </p:nvSpPr>
        <p:spPr>
          <a:xfrm>
            <a:off x="9986493" y="5172512"/>
            <a:ext cx="834343" cy="44767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9485AAC-286F-4983-B1E1-74193FDD1EC7}"/>
              </a:ext>
            </a:extLst>
          </p:cNvPr>
          <p:cNvSpPr/>
          <p:nvPr/>
        </p:nvSpPr>
        <p:spPr>
          <a:xfrm>
            <a:off x="4530157" y="4800642"/>
            <a:ext cx="13308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latinLnBrk="1"/>
            <a:r>
              <a:rPr lang="ko-KR" altLang="en-US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화면공유하기 클릭</a:t>
            </a:r>
            <a:endParaRPr lang="ko-KR" altLang="en-US" dirty="0">
              <a:solidFill>
                <a:prstClr val="black"/>
              </a:solidFill>
              <a:latin typeface="맑은 고딕" panose="020F0502020204030204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5506058-58D2-43B4-A921-D8BDCB63C7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576" y="5434921"/>
            <a:ext cx="590727" cy="69705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01B88BE-4BC3-439A-B729-4A429991AC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725" y="5522882"/>
            <a:ext cx="470058" cy="55466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90AE69E-C9FC-4236-99FA-366FCA179F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836" y="1667878"/>
            <a:ext cx="470058" cy="55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72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47E6B08-1A1F-48CA-A380-81180ED1E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29" y="1509619"/>
            <a:ext cx="11961941" cy="345087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51AACA1-EC0D-4101-85F0-B9249C41E21A}"/>
              </a:ext>
            </a:extLst>
          </p:cNvPr>
          <p:cNvSpPr/>
          <p:nvPr/>
        </p:nvSpPr>
        <p:spPr>
          <a:xfrm>
            <a:off x="7434619" y="4062008"/>
            <a:ext cx="834343" cy="44767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48A187-9FAF-4A98-B871-F792C257C8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685" y="4457757"/>
            <a:ext cx="754767" cy="89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627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826AAC2-217A-48E7-A517-AE2FB8836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217" y="545973"/>
            <a:ext cx="6505565" cy="576605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1495489-39E7-4EE2-A993-BE399256949E}"/>
              </a:ext>
            </a:extLst>
          </p:cNvPr>
          <p:cNvSpPr/>
          <p:nvPr/>
        </p:nvSpPr>
        <p:spPr>
          <a:xfrm>
            <a:off x="2966552" y="1680541"/>
            <a:ext cx="2918200" cy="23210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3F7834-065D-4E60-9F32-95082BBDBBE1}"/>
              </a:ext>
            </a:extLst>
          </p:cNvPr>
          <p:cNvSpPr/>
          <p:nvPr/>
        </p:nvSpPr>
        <p:spPr>
          <a:xfrm>
            <a:off x="7735151" y="1232866"/>
            <a:ext cx="834343" cy="44767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160A807-CAA5-4449-96A2-B89FDF05AC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322" y="6034692"/>
            <a:ext cx="470058" cy="55466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F5585D9-FAFA-4208-A4D7-88B20451E1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580" y="3676034"/>
            <a:ext cx="470058" cy="55466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46D41EA-1AD4-41F0-91AC-52A7759553C4}"/>
              </a:ext>
            </a:extLst>
          </p:cNvPr>
          <p:cNvSpPr/>
          <p:nvPr/>
        </p:nvSpPr>
        <p:spPr>
          <a:xfrm>
            <a:off x="3769642" y="4174747"/>
            <a:ext cx="13965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latinLnBrk="1"/>
            <a:r>
              <a:rPr lang="ko-KR" altLang="en-US" sz="16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시험 보는 화면</a:t>
            </a:r>
            <a:endParaRPr lang="ko-KR" altLang="en-US" sz="2400" dirty="0">
              <a:solidFill>
                <a:prstClr val="black"/>
              </a:solidFill>
              <a:latin typeface="맑은 고딕" panose="020F0502020204030204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0876645-6768-4571-8FE0-D1633F44B1FB}"/>
              </a:ext>
            </a:extLst>
          </p:cNvPr>
          <p:cNvSpPr/>
          <p:nvPr/>
        </p:nvSpPr>
        <p:spPr>
          <a:xfrm>
            <a:off x="6050761" y="3868369"/>
            <a:ext cx="31790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latinLnBrk="1"/>
            <a:r>
              <a:rPr lang="ko-KR" altLang="en-US" sz="16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사용하지 않는 화면</a:t>
            </a:r>
            <a:br>
              <a:rPr lang="en-US" altLang="ko-KR" sz="16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6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6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실제 화면은 종이 등으로 가려야 함</a:t>
            </a:r>
            <a:r>
              <a:rPr lang="en-US" altLang="ko-KR" sz="16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2400" dirty="0">
              <a:solidFill>
                <a:prstClr val="black"/>
              </a:solidFill>
              <a:latin typeface="맑은 고딕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16182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96CC3E6-C826-4D89-A49C-D7CF0E954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513" y="358407"/>
            <a:ext cx="6360974" cy="614118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186B01-6732-4B67-80ED-C2032C2C64D0}"/>
              </a:ext>
            </a:extLst>
          </p:cNvPr>
          <p:cNvSpPr/>
          <p:nvPr/>
        </p:nvSpPr>
        <p:spPr>
          <a:xfrm>
            <a:off x="8477885" y="5944867"/>
            <a:ext cx="723900" cy="44767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F874DD9-11D5-4DF1-9334-8D670E20D1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3780" y="6222258"/>
            <a:ext cx="470058" cy="55466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4EC76E6-3209-4DC8-BB6D-B3E7D22EA782}"/>
              </a:ext>
            </a:extLst>
          </p:cNvPr>
          <p:cNvSpPr/>
          <p:nvPr/>
        </p:nvSpPr>
        <p:spPr>
          <a:xfrm>
            <a:off x="4277859" y="3204037"/>
            <a:ext cx="723900" cy="44767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FCB23FB-8C01-4217-A84E-675A34E3687E}"/>
              </a:ext>
            </a:extLst>
          </p:cNvPr>
          <p:cNvSpPr/>
          <p:nvPr/>
        </p:nvSpPr>
        <p:spPr>
          <a:xfrm>
            <a:off x="2881323" y="3259723"/>
            <a:ext cx="13965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latinLnBrk="1"/>
            <a:r>
              <a:rPr lang="ko-KR" altLang="en-US" sz="16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영상 확인 체크</a:t>
            </a:r>
            <a:endParaRPr lang="ko-KR" altLang="en-US" sz="2400" dirty="0">
              <a:solidFill>
                <a:prstClr val="black"/>
              </a:solidFill>
              <a:latin typeface="맑은 고딕" panose="020F0502020204030204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844CDD7-6AB1-41E8-A13E-7DD49CC8D224}"/>
              </a:ext>
            </a:extLst>
          </p:cNvPr>
          <p:cNvSpPr/>
          <p:nvPr/>
        </p:nvSpPr>
        <p:spPr>
          <a:xfrm>
            <a:off x="6562857" y="1985220"/>
            <a:ext cx="770450" cy="93904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177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5F9C4D4-ADC7-4663-B2C8-6DB9823D4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887" y="1541278"/>
            <a:ext cx="4804828" cy="327516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321A1A8-4945-4BBD-B3DC-59E5E41AAE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8917"/>
          <a:stretch/>
        </p:blipFill>
        <p:spPr>
          <a:xfrm>
            <a:off x="6418287" y="1401341"/>
            <a:ext cx="4931121" cy="367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93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9D65FFD-18F7-4FCF-85F5-F65FC8271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494" y="404935"/>
            <a:ext cx="6471012" cy="620526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DAF2AB9-F4AA-4BAC-B35B-E2B7E8527903}"/>
              </a:ext>
            </a:extLst>
          </p:cNvPr>
          <p:cNvSpPr/>
          <p:nvPr/>
        </p:nvSpPr>
        <p:spPr>
          <a:xfrm>
            <a:off x="4504696" y="2543644"/>
            <a:ext cx="2738075" cy="6648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4AB7CC-F560-4FE0-8351-D2E5B4A135C7}"/>
              </a:ext>
            </a:extLst>
          </p:cNvPr>
          <p:cNvSpPr/>
          <p:nvPr/>
        </p:nvSpPr>
        <p:spPr>
          <a:xfrm>
            <a:off x="4504696" y="3301712"/>
            <a:ext cx="299224" cy="33855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FD1DC60-AE6E-49F6-B082-E5FC2D9CA46A}"/>
              </a:ext>
            </a:extLst>
          </p:cNvPr>
          <p:cNvSpPr/>
          <p:nvPr/>
        </p:nvSpPr>
        <p:spPr>
          <a:xfrm>
            <a:off x="3108160" y="3294647"/>
            <a:ext cx="13965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latinLnBrk="1"/>
            <a:r>
              <a:rPr lang="ko-KR" altLang="en-US" sz="16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소리 확인 체크</a:t>
            </a:r>
            <a:endParaRPr lang="ko-KR" altLang="en-US" sz="2400" dirty="0">
              <a:solidFill>
                <a:prstClr val="black"/>
              </a:solidFill>
              <a:latin typeface="맑은 고딕" panose="020F0502020204030204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A4C554-D574-46CD-AAD5-A49639D28993}"/>
              </a:ext>
            </a:extLst>
          </p:cNvPr>
          <p:cNvSpPr/>
          <p:nvPr/>
        </p:nvSpPr>
        <p:spPr>
          <a:xfrm>
            <a:off x="8539918" y="6105257"/>
            <a:ext cx="640296" cy="44039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935F1F-2C2E-4BE7-BAD1-08377FF5DFA5}"/>
              </a:ext>
            </a:extLst>
          </p:cNvPr>
          <p:cNvSpPr/>
          <p:nvPr/>
        </p:nvSpPr>
        <p:spPr>
          <a:xfrm>
            <a:off x="6777897" y="6156179"/>
            <a:ext cx="17620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latinLnBrk="1"/>
            <a:r>
              <a:rPr lang="ko-KR" altLang="en-US" sz="16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시험시작 버튼 클릭</a:t>
            </a:r>
            <a:endParaRPr lang="ko-KR" altLang="en-US" sz="2400" dirty="0">
              <a:solidFill>
                <a:prstClr val="black"/>
              </a:solidFill>
              <a:latin typeface="맑은 고딕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50497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0AA682D-4649-4132-AA93-6D8D03D26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451" y="945094"/>
            <a:ext cx="8753098" cy="465835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497A9F2-9774-4029-BEE1-01BDD8688F42}"/>
              </a:ext>
            </a:extLst>
          </p:cNvPr>
          <p:cNvSpPr/>
          <p:nvPr/>
        </p:nvSpPr>
        <p:spPr>
          <a:xfrm>
            <a:off x="6179845" y="4588828"/>
            <a:ext cx="3380614" cy="67123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DBBA02-42AF-496C-855A-2CE09ABF70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rgbClr val="FFC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476" y="4982728"/>
            <a:ext cx="680030" cy="8024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E698C5-7FA0-46B5-ADD8-EBC89ADF1C76}"/>
              </a:ext>
            </a:extLst>
          </p:cNvPr>
          <p:cNvSpPr txBox="1"/>
          <p:nvPr/>
        </p:nvSpPr>
        <p:spPr>
          <a:xfrm>
            <a:off x="3975735" y="2265655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시험명</a:t>
            </a:r>
            <a:endParaRPr lang="ko-KR" altLang="en-US" dirty="0"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92361D6-2139-4950-9453-60B3C9E4BF8E}"/>
              </a:ext>
            </a:extLst>
          </p:cNvPr>
          <p:cNvSpPr/>
          <p:nvPr/>
        </p:nvSpPr>
        <p:spPr>
          <a:xfrm>
            <a:off x="4042410" y="2317115"/>
            <a:ext cx="1876425" cy="295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B7B62D-00D5-4879-B08C-C56D75CEDC79}"/>
              </a:ext>
            </a:extLst>
          </p:cNvPr>
          <p:cNvSpPr txBox="1"/>
          <p:nvPr/>
        </p:nvSpPr>
        <p:spPr>
          <a:xfrm>
            <a:off x="2557642" y="1755063"/>
            <a:ext cx="284727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시험명</a:t>
            </a:r>
            <a:endParaRPr lang="ko-KR" altLang="en-US" dirty="0">
              <a:latin typeface="LG스마트체 SemiBold" panose="020B0600000101010101" pitchFamily="50" charset="-127"/>
              <a:ea typeface="LG스마트체 Semi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0580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85FDACD-AEE3-4EA4-A450-6B3EB8F700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332" t="91098"/>
          <a:stretch/>
        </p:blipFill>
        <p:spPr>
          <a:xfrm>
            <a:off x="6160524" y="1368143"/>
            <a:ext cx="4984292" cy="2977356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8F80E2A5-0E3C-4D62-A92E-735AD38F30DE}"/>
              </a:ext>
            </a:extLst>
          </p:cNvPr>
          <p:cNvGrpSpPr/>
          <p:nvPr/>
        </p:nvGrpSpPr>
        <p:grpSpPr>
          <a:xfrm>
            <a:off x="825116" y="815273"/>
            <a:ext cx="9617467" cy="4905764"/>
            <a:chOff x="1809700" y="1471464"/>
            <a:chExt cx="11734295" cy="583160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5F07CCA-B201-41B6-84D4-CA689B4C0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9700" y="1471464"/>
              <a:ext cx="6081347" cy="583160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6D583B9-AA9C-4206-8EB0-E47DBF2CC976}"/>
                </a:ext>
              </a:extLst>
            </p:cNvPr>
            <p:cNvSpPr/>
            <p:nvPr/>
          </p:nvSpPr>
          <p:spPr>
            <a:xfrm>
              <a:off x="3388068" y="3457363"/>
              <a:ext cx="2606599" cy="70674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F433AA4-CB43-45F2-BE8B-35DB4A7B9E1A}"/>
                </a:ext>
              </a:extLst>
            </p:cNvPr>
            <p:cNvSpPr/>
            <p:nvPr/>
          </p:nvSpPr>
          <p:spPr>
            <a:xfrm>
              <a:off x="3388068" y="4213360"/>
              <a:ext cx="276252" cy="27700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6CD9FD5-20E4-43A7-9ADC-6751158CFE2E}"/>
                </a:ext>
              </a:extLst>
            </p:cNvPr>
            <p:cNvSpPr/>
            <p:nvPr/>
          </p:nvSpPr>
          <p:spPr>
            <a:xfrm>
              <a:off x="2020872" y="4164105"/>
              <a:ext cx="109837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 latinLnBrk="1"/>
              <a:r>
                <a:rPr lang="ko-KR" altLang="en-US" sz="1200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소리 확인 체크</a:t>
              </a:r>
              <a:endParaRPr lang="ko-KR" altLang="en-US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1E6E141-432A-41C3-A384-E7F50B7D91A3}"/>
                </a:ext>
              </a:extLst>
            </p:cNvPr>
            <p:cNvSpPr/>
            <p:nvPr/>
          </p:nvSpPr>
          <p:spPr>
            <a:xfrm>
              <a:off x="7130429" y="6876833"/>
              <a:ext cx="642668" cy="347808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ACAEDCE-0B7C-4B21-90EE-27FCF0723D8D}"/>
                </a:ext>
              </a:extLst>
            </p:cNvPr>
            <p:cNvSpPr/>
            <p:nvPr/>
          </p:nvSpPr>
          <p:spPr>
            <a:xfrm>
              <a:off x="2762674" y="6838578"/>
              <a:ext cx="4367754" cy="40244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 latinLnBrk="1"/>
              <a:r>
                <a:rPr lang="ko-KR" altLang="en-US" sz="1600" dirty="0">
                  <a:solidFill>
                    <a:srgbClr val="FF0000"/>
                  </a:solidFill>
                  <a:highlight>
                    <a:srgbClr val="FFFF00"/>
                  </a:highlight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시험시작 시간이 되면 시험시작 버튼 클릭</a:t>
              </a:r>
              <a:endParaRPr lang="ko-KR" altLang="en-US" sz="2400" dirty="0">
                <a:solidFill>
                  <a:prstClr val="black"/>
                </a:solidFill>
                <a:highlight>
                  <a:srgbClr val="FFFF00"/>
                </a:highlight>
                <a:latin typeface="맑은 고딕" panose="020F0502020204030204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CD1E1E5-5DF4-40B8-B726-3624DDC822B8}"/>
                </a:ext>
              </a:extLst>
            </p:cNvPr>
            <p:cNvSpPr/>
            <p:nvPr/>
          </p:nvSpPr>
          <p:spPr>
            <a:xfrm>
              <a:off x="9176241" y="5096970"/>
              <a:ext cx="4367754" cy="40244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 latinLnBrk="1"/>
              <a:r>
                <a:rPr lang="ko-KR" altLang="en-US" sz="1600" dirty="0">
                  <a:solidFill>
                    <a:srgbClr val="FF0000"/>
                  </a:solidFill>
                  <a:highlight>
                    <a:srgbClr val="FFFF00"/>
                  </a:highlight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시험시작 시간이 되면 시험시작 버튼 클릭</a:t>
              </a:r>
              <a:endParaRPr lang="ko-KR" altLang="en-US" sz="2400" dirty="0">
                <a:solidFill>
                  <a:prstClr val="black"/>
                </a:solidFill>
                <a:highlight>
                  <a:srgbClr val="FFFF00"/>
                </a:highlight>
                <a:latin typeface="맑은 고딕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6571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100</Words>
  <Application>Microsoft Office PowerPoint</Application>
  <PresentationFormat>와이드스크린</PresentationFormat>
  <Paragraphs>20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LG스마트체 Regular</vt:lpstr>
      <vt:lpstr>LG스마트체 SemiBold</vt:lpstr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박소현</dc:creator>
  <cp:lastModifiedBy>박소현</cp:lastModifiedBy>
  <cp:revision>5</cp:revision>
  <dcterms:created xsi:type="dcterms:W3CDTF">2026-03-27T05:58:42Z</dcterms:created>
  <dcterms:modified xsi:type="dcterms:W3CDTF">2026-04-01T01:14:01Z</dcterms:modified>
</cp:coreProperties>
</file>